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10"/>
  </p:notesMasterIdLst>
  <p:sldIdLst>
    <p:sldId id="257" r:id="rId2"/>
    <p:sldId id="298" r:id="rId3"/>
    <p:sldId id="299" r:id="rId4"/>
    <p:sldId id="300" r:id="rId5"/>
    <p:sldId id="301" r:id="rId6"/>
    <p:sldId id="303" r:id="rId7"/>
    <p:sldId id="302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010" autoAdjust="0"/>
  </p:normalViewPr>
  <p:slideViewPr>
    <p:cSldViewPr snapToGrid="0">
      <p:cViewPr varScale="1">
        <p:scale>
          <a:sx n="81" d="100"/>
          <a:sy n="81" d="100"/>
        </p:scale>
        <p:origin x="67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0AB68-7077-4FB1-AB5B-2F14C5350E18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F1026-87D1-476C-A9D5-162E2E482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52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84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9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30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97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3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950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64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90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73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90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0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60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4DAE80-AD26-07CA-36DE-DAF35E11A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46581"/>
            <a:ext cx="6192688" cy="12926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545A49-75A4-0AE4-6F2F-46AB4D05B7A3}"/>
              </a:ext>
            </a:extLst>
          </p:cNvPr>
          <p:cNvSpPr txBox="1"/>
          <p:nvPr/>
        </p:nvSpPr>
        <p:spPr>
          <a:xfrm>
            <a:off x="1453797" y="1516501"/>
            <a:ext cx="9649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ELECTRONICS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D6C1DA-427E-3D67-816B-D44FF1E5E2D7}"/>
              </a:ext>
            </a:extLst>
          </p:cNvPr>
          <p:cNvSpPr txBox="1"/>
          <p:nvPr/>
        </p:nvSpPr>
        <p:spPr>
          <a:xfrm>
            <a:off x="3038475" y="1977733"/>
            <a:ext cx="59378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on IoT using Arduino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8C1158-5ECC-52D4-D1C1-1744B6388976}"/>
              </a:ext>
            </a:extLst>
          </p:cNvPr>
          <p:cNvSpPr txBox="1"/>
          <p:nvPr/>
        </p:nvSpPr>
        <p:spPr>
          <a:xfrm>
            <a:off x="1052633" y="2421942"/>
            <a:ext cx="10086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“LDR SENOR ”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516C23-6852-0B24-D1DF-0F24467D0585}"/>
              </a:ext>
            </a:extLst>
          </p:cNvPr>
          <p:cNvSpPr txBox="1"/>
          <p:nvPr/>
        </p:nvSpPr>
        <p:spPr>
          <a:xfrm>
            <a:off x="4976811" y="2913952"/>
            <a:ext cx="22383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by,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A9C8A-A042-976A-2D0B-C73F7E836105}"/>
              </a:ext>
            </a:extLst>
          </p:cNvPr>
          <p:cNvSpPr txBox="1"/>
          <p:nvPr/>
        </p:nvSpPr>
        <p:spPr>
          <a:xfrm>
            <a:off x="2531604" y="3429000"/>
            <a:ext cx="66967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Aishwarya S Kolhar                                  1EW23EE400</a:t>
            </a:r>
          </a:p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Bhavya J                                                    1EW23EE402</a:t>
            </a:r>
          </a:p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Harshitha L                                                1EW23EE405</a:t>
            </a:r>
          </a:p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Vijayalakshmi A                                        1EW23EE426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95F7A-63CC-131E-BE48-64AFF6FFD187}"/>
              </a:ext>
            </a:extLst>
          </p:cNvPr>
          <p:cNvSpPr txBox="1"/>
          <p:nvPr/>
        </p:nvSpPr>
        <p:spPr>
          <a:xfrm>
            <a:off x="3863752" y="5341499"/>
            <a:ext cx="40324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Nagesh B 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BAE6-31AB-A1F3-21B4-A3ACB64E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6"/>
            <a:ext cx="10515600" cy="596899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SENSOR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CBDA-D899-E4D5-77A5-A6E2E953C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962025"/>
            <a:ext cx="10629900" cy="51625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LDR sensor (Light Dependent Resistor), also known as a photoresistor, is a light-sensitive device whose resistance decreases when light intensity increases.</a:t>
            </a:r>
          </a:p>
          <a:p>
            <a:pPr>
              <a:lnSpc>
                <a:spcPct val="10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darkness or low light, the resistance is high (can be in the megaohms).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bright light, the resistance drops significantly (to a few hundred ohms or less).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change in resistance is used to detect and measure light levels.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521EB-40FF-75B0-04A9-93BC9ACEB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692" y="1492580"/>
            <a:ext cx="3098272" cy="19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2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F31A-F063-64FA-DE81-AB5BD58F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649"/>
            <a:ext cx="10515600" cy="647701"/>
          </a:xfrm>
        </p:spPr>
        <p:txBody>
          <a:bodyPr>
            <a:normAutofit/>
          </a:bodyPr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Properties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EF57C0-9C83-60D5-C53B-67F3171DFC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6893" y="2945133"/>
            <a:ext cx="1110076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3DB234-9B26-64A5-2963-F78AFF76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954956"/>
              </p:ext>
            </p:extLst>
          </p:nvPr>
        </p:nvGraphicFramePr>
        <p:xfrm>
          <a:off x="570016" y="1496291"/>
          <a:ext cx="10783784" cy="3419405"/>
        </p:xfrm>
        <a:graphic>
          <a:graphicData uri="http://schemas.openxmlformats.org/drawingml/2006/table">
            <a:tbl>
              <a:tblPr/>
              <a:tblGrid>
                <a:gridCol w="5391892">
                  <a:extLst>
                    <a:ext uri="{9D8B030D-6E8A-4147-A177-3AD203B41FA5}">
                      <a16:colId xmlns:a16="http://schemas.microsoft.com/office/drawing/2014/main" val="1969697462"/>
                    </a:ext>
                  </a:extLst>
                </a:gridCol>
                <a:gridCol w="5391892">
                  <a:extLst>
                    <a:ext uri="{9D8B030D-6E8A-4147-A177-3AD203B41FA5}">
                      <a16:colId xmlns:a16="http://schemas.microsoft.com/office/drawing/2014/main" val="3184069569"/>
                    </a:ext>
                  </a:extLst>
                </a:gridCol>
              </a:tblGrid>
              <a:tr h="683881">
                <a:tc>
                  <a:txBody>
                    <a:bodyPr/>
                    <a:lstStyle/>
                    <a:p>
                      <a:r>
                        <a:rPr lang="en-IN" b="1"/>
                        <a:t>Property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505213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Passive electronic 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55555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r>
                        <a:rPr lang="en-IN"/>
                        <a:t>Sensitivity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Visible light (some can detect UV/IR)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517891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r>
                        <a:rPr lang="en-IN"/>
                        <a:t>Material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Often made from </a:t>
                      </a:r>
                      <a:r>
                        <a:rPr lang="en-GB" b="1"/>
                        <a:t>cadmium sulfide (CdS)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063797"/>
                  </a:ext>
                </a:extLst>
              </a:tr>
              <a:tr h="683881">
                <a:tc>
                  <a:txBody>
                    <a:bodyPr/>
                    <a:lstStyle/>
                    <a:p>
                      <a:r>
                        <a:rPr lang="en-IN"/>
                        <a:t>Response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Slow (milliseconds to seconds)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713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74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8376-DABB-1F11-82D4-A7C7330B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326231"/>
            <a:ext cx="10382250" cy="885052"/>
          </a:xfrm>
        </p:spPr>
        <p:txBody>
          <a:bodyPr>
            <a:normAutofit/>
          </a:bodyPr>
          <a:lstStyle/>
          <a:p>
            <a:r>
              <a:rPr lang="en-IN" sz="2800" b="1" dirty="0"/>
              <a:t>Common Uses</a:t>
            </a:r>
            <a:endParaRPr lang="en-IN" sz="32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099B8A-4EC5-0022-369C-5C959FE461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265" y="2415182"/>
            <a:ext cx="1132906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Street lights that turn on/off based on light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 meters in cameras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brightness control in displays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systems (e.g.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beam-break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detection)</a:t>
            </a:r>
          </a:p>
        </p:txBody>
      </p:sp>
    </p:spTree>
    <p:extLst>
      <p:ext uri="{BB962C8B-B14F-4D97-AF65-F5344CB8AC3E}">
        <p14:creationId xmlns:p14="http://schemas.microsoft.com/office/powerpoint/2010/main" val="164130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92CF-B954-6C06-EDDF-0F47E040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4" y="625473"/>
            <a:ext cx="10515600" cy="49212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Required: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205991-2E5A-F29D-264A-5721814EC18A}"/>
              </a:ext>
            </a:extLst>
          </p:cNvPr>
          <p:cNvSpPr txBox="1"/>
          <p:nvPr/>
        </p:nvSpPr>
        <p:spPr>
          <a:xfrm>
            <a:off x="775854" y="1813173"/>
            <a:ext cx="1064029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× LDR (Light Dependent Resistor)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× 10kΩ resistor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× 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× 220Ω resistor (for the LED)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board (Uno, Nano,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Breadboard &amp; jumper wires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80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9AEC-BCBF-5AAB-C8C9-2F2413A8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OUT PUT </a:t>
            </a:r>
            <a:endParaRPr lang="en-IN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4A22CB-45D7-963B-86B2-39DF7E722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8498" y="1825625"/>
            <a:ext cx="6115003" cy="4351338"/>
          </a:xfrm>
        </p:spPr>
      </p:pic>
    </p:spTree>
    <p:extLst>
      <p:ext uri="{BB962C8B-B14F-4D97-AF65-F5344CB8AC3E}">
        <p14:creationId xmlns:p14="http://schemas.microsoft.com/office/powerpoint/2010/main" val="37530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B643-E0DB-61FB-CA48-CBDDE4F2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89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E276BF-900C-8512-A3B1-FF77D3A439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4" y="140257"/>
            <a:ext cx="10906125" cy="499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n-GB" sz="1800" b="1" dirty="0"/>
          </a:p>
          <a:p>
            <a:pPr>
              <a:buNone/>
            </a:pPr>
            <a:endParaRPr lang="en-GB" sz="1800" b="1" dirty="0"/>
          </a:p>
          <a:p>
            <a:pPr>
              <a:buNone/>
            </a:pPr>
            <a:r>
              <a:rPr lang="en-GB" sz="1800" b="1" dirty="0"/>
              <a:t>LDR Sensor with Arduino</a:t>
            </a:r>
          </a:p>
          <a:p>
            <a:pPr>
              <a:buNone/>
            </a:pPr>
            <a:r>
              <a:rPr lang="en-GB" sz="1800" dirty="0"/>
              <a:t>The </a:t>
            </a:r>
            <a:r>
              <a:rPr lang="en-GB" sz="1800" b="1" dirty="0"/>
              <a:t>LDR (Light Dependent Resistor)</a:t>
            </a:r>
            <a:r>
              <a:rPr lang="en-GB" sz="1800" dirty="0"/>
              <a:t> is a simple and effective sensor for detecting light levels. By integrating it with an </a:t>
            </a:r>
            <a:r>
              <a:rPr lang="en-GB" sz="1800" b="1" dirty="0"/>
              <a:t>Arduino</a:t>
            </a:r>
            <a:r>
              <a:rPr lang="en-GB" sz="1800" dirty="0"/>
              <a:t>, you can build smart systems that </a:t>
            </a:r>
            <a:r>
              <a:rPr lang="en-GB" sz="1800" b="1" dirty="0"/>
              <a:t>respond to ambient light</a:t>
            </a:r>
            <a:r>
              <a:rPr lang="en-GB" sz="1800" dirty="0"/>
              <a:t>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Automatic street lights</a:t>
            </a: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Night-mode systems</a:t>
            </a: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/>
              <a:t>Light-activated alarms</a:t>
            </a:r>
            <a:endParaRPr lang="en-GB" sz="1800" dirty="0"/>
          </a:p>
          <a:p>
            <a:pPr>
              <a:buNone/>
            </a:pPr>
            <a:r>
              <a:rPr lang="en-GB" sz="1800" dirty="0"/>
              <a:t>In this project, we: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Created a </a:t>
            </a:r>
            <a:r>
              <a:rPr lang="en-GB" sz="1800" b="1" dirty="0"/>
              <a:t>voltage divider</a:t>
            </a:r>
            <a:r>
              <a:rPr lang="en-GB" sz="1800" dirty="0"/>
              <a:t> using an LDR and a 10kΩ resistor.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Used </a:t>
            </a:r>
            <a:r>
              <a:rPr lang="en-GB" sz="1800" b="1" dirty="0" err="1"/>
              <a:t>analogRead</a:t>
            </a:r>
            <a:r>
              <a:rPr lang="en-GB" sz="1800" b="1" dirty="0"/>
              <a:t>()</a:t>
            </a:r>
            <a:r>
              <a:rPr lang="en-GB" sz="1800" dirty="0"/>
              <a:t> on pin A0 to measure light intensity.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Programmed the Arduino to </a:t>
            </a:r>
            <a:r>
              <a:rPr lang="en-GB" sz="1800" b="1" dirty="0"/>
              <a:t>turn on an LED</a:t>
            </a:r>
            <a:r>
              <a:rPr lang="en-GB" sz="1800" dirty="0"/>
              <a:t> when it gets dark.</a:t>
            </a:r>
          </a:p>
          <a:p>
            <a:r>
              <a:rPr lang="en-GB" sz="1800" dirty="0"/>
              <a:t>This demonstrates how LDRs can be used in real-world applications to automate systems based on environmental light changes.</a:t>
            </a:r>
          </a:p>
        </p:txBody>
      </p:sp>
    </p:spTree>
    <p:extLst>
      <p:ext uri="{BB962C8B-B14F-4D97-AF65-F5344CB8AC3E}">
        <p14:creationId xmlns:p14="http://schemas.microsoft.com/office/powerpoint/2010/main" val="1070661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867B9A-8307-11E1-6314-E9FAE5CD9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7164"/>
            <a:ext cx="12191999" cy="706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63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2505</TotalTime>
  <Words>347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LDR SENSOR </vt:lpstr>
      <vt:lpstr>Basic Properties</vt:lpstr>
      <vt:lpstr>Common Uses</vt:lpstr>
      <vt:lpstr>Hardware Required:</vt:lpstr>
      <vt:lpstr>OUT PUT </vt:lpstr>
      <vt:lpstr> 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bhavya</dc:creator>
  <cp:lastModifiedBy>Ethnotech</cp:lastModifiedBy>
  <cp:revision>49</cp:revision>
  <dcterms:created xsi:type="dcterms:W3CDTF">2024-10-16T04:46:01Z</dcterms:created>
  <dcterms:modified xsi:type="dcterms:W3CDTF">2025-06-02T10:46:31Z</dcterms:modified>
</cp:coreProperties>
</file>